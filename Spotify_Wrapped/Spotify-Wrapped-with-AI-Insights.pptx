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a Sans Semi Bold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Funnel Sans" charset="0"/>
      <p:regular r:id="rId18"/>
    </p:embeddedFont>
    <p:embeddedFont>
      <p:font typeface="Consolas" pitchFamily="49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1D1D1D"/>
    <a:srgbClr val="23232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446" y="-8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ydosomething/Spotify-Wrappe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youtu.be/j0KCqKimt3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5817"/>
            <a:ext cx="7556421" cy="567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1DB954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Spotify Wrapped</a:t>
            </a:r>
            <a:r>
              <a:rPr lang="en-US" sz="89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with AI Insights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346388" y="6836688"/>
            <a:ext cx="74240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Unlocking Your Listening Universe</a:t>
            </a:r>
            <a:endParaRPr lang="en-US" sz="3550" dirty="0"/>
          </a:p>
        </p:txBody>
      </p:sp>
      <p:sp>
        <p:nvSpPr>
          <p:cNvPr id="5" name="Rectangle 4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1280"/>
            <a:ext cx="6166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Presentation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336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presentation details an interactive web application that merges Spotify's rich music data with advanced AI-powered insights. We'll explore its purpose, core features, underlying technology, and visual design.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54805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12121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12432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81464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398478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4721781"/>
            <a:ext cx="2934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Seamless Experience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521219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elements and responsive design for all devices.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4154805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12121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16962" y="412432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4860" y="381464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933" y="398478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47217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Elegant Design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521219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Spotify-themed aesthetics with professional typography and smooth transitions.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4154805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212121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40133" y="412432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381464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2105" y="398478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47217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Privacy-Focused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521219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Local processing ensures your data remains yours.</a:t>
            </a:r>
            <a:endParaRPr lang="en-US" sz="1750" dirty="0"/>
          </a:p>
        </p:txBody>
      </p:sp>
      <p:sp>
        <p:nvSpPr>
          <p:cNvPr id="22" name="Rectangle 21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287" y="458272"/>
            <a:ext cx="8142923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Project: Spotify Wrapped with AI Insights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3287" y="1312426"/>
            <a:ext cx="134638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interactive web app that connects Spotify with AI-powered insights to analyze your listening patterns, offering a deeper understanding of your musical journey.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904193" y="1579126"/>
            <a:ext cx="153072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GitHub Repository: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189136" y="1624964"/>
            <a:ext cx="4349773" cy="433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300" u="sng" dirty="0" smtClean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3"/>
              </a:rPr>
              <a:t>https</a:t>
            </a:r>
            <a:r>
              <a:rPr lang="en-US" sz="1300" u="sng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3"/>
              </a:rPr>
              <a:t>://github.com/amydosomething/India-Accelerator-OpenXAI-2025/tree/main/Spotify_Wrapped</a:t>
            </a:r>
            <a:endParaRPr lang="en-US" sz="1300" u="sng" dirty="0">
              <a:solidFill>
                <a:srgbClr val="FFFFFF"/>
              </a:solidFill>
              <a:latin typeface="Funnel Sans" pitchFamily="34" charset="0"/>
              <a:ea typeface="Funnel Sans" pitchFamily="34" charset="-122"/>
              <a:cs typeface="Funnel Sans" pitchFamily="34" charset="-120"/>
              <a:hlinkClick r:id="rId3"/>
            </a:endParaRPr>
          </a:p>
        </p:txBody>
      </p:sp>
      <p:sp>
        <p:nvSpPr>
          <p:cNvPr id="7" name="Text 4"/>
          <p:cNvSpPr/>
          <p:nvPr/>
        </p:nvSpPr>
        <p:spPr>
          <a:xfrm>
            <a:off x="3180640" y="2178963"/>
            <a:ext cx="153072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Live </a:t>
            </a:r>
            <a:r>
              <a:rPr lang="en-US" sz="1300" u="sng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3"/>
              </a:rPr>
              <a:t>Demo:</a:t>
            </a:r>
          </a:p>
        </p:txBody>
      </p:sp>
      <p:sp>
        <p:nvSpPr>
          <p:cNvPr id="8" name="Text 5"/>
          <p:cNvSpPr/>
          <p:nvPr/>
        </p:nvSpPr>
        <p:spPr>
          <a:xfrm>
            <a:off x="5859067" y="2224802"/>
            <a:ext cx="3997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300" i="1" dirty="0" smtClean="0">
                <a:solidFill>
                  <a:schemeClr val="bg1"/>
                </a:solidFill>
                <a:hlinkClick r:id="rId4"/>
              </a:rPr>
              <a:t>https://youtu.be/j0KCqKimt3o</a:t>
            </a:r>
            <a:endParaRPr lang="en-US" sz="1300" i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 l="6570" t="13026" r="8924" b="5336"/>
          <a:stretch>
            <a:fillRect/>
          </a:stretch>
        </p:blipFill>
        <p:spPr bwMode="auto">
          <a:xfrm>
            <a:off x="2232838" y="2537341"/>
            <a:ext cx="9804547" cy="526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6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52505"/>
            <a:ext cx="284559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Explore the evolution of your music taste and uncover unique listening patterns, providing insights beyond standard Spotify Wrapped reports.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 Integration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3852505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Leverages </a:t>
            </a:r>
            <a:r>
              <a:rPr lang="en-US" sz="17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Ollama Llama3</a:t>
            </a: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on-device AI processing, generating intelligent, personalized analysis of your music data.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Privacy Assurance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3852505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data processing is performed locally, ensuring no personal listening data ever leaves your device. Your privacy is paramount.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271361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Personalized Analytics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206835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Delivers highly personalized recommendations and detailed genre tracking, adapting to your unique musical fingerprint.</a:t>
            </a: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085" y="382667"/>
            <a:ext cx="3479602" cy="43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7085" y="1498742"/>
            <a:ext cx="1450278" cy="381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🔗</a:t>
            </a:r>
            <a:r>
              <a:rPr lang="en-US" sz="36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Spotify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87085" y="2080541"/>
            <a:ext cx="4417424" cy="316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Secure OAuth2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87085" y="2581556"/>
            <a:ext cx="4417424" cy="316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Display of user </a:t>
            </a:r>
            <a:r>
              <a:rPr lang="en-US" sz="2000" dirty="0" smtClean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profile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7085" y="3160795"/>
            <a:ext cx="4417424" cy="316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Top tracks, artists, </a:t>
            </a:r>
            <a:r>
              <a:rPr lang="en-US" sz="2000" dirty="0" smtClean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genres</a:t>
            </a: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 smtClean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(last 4 weeks, 6 months, 1 year)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7085" y="3885128"/>
            <a:ext cx="4417424" cy="316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Recently played songs with timestamps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2603" y="1165503"/>
            <a:ext cx="2311360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🤖</a:t>
            </a:r>
            <a:r>
              <a:rPr lang="en-US" sz="28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AI-Powered Insights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944922" y="1590675"/>
            <a:ext cx="1739741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Taste Evolution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944922" y="1947267"/>
            <a:ext cx="62060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See how your musical preferences have shifted over time.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44922" y="2448282"/>
            <a:ext cx="1739741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Pattern Recognition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44922" y="2804874"/>
            <a:ext cx="62060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recurring listening habits and trends.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44922" y="3305889"/>
            <a:ext cx="2177177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Smart Recommendations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944922" y="3662482"/>
            <a:ext cx="62060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Discover new music tailored to your unique profile.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944922" y="4163497"/>
            <a:ext cx="1739741" cy="21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Genre Insights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944922" y="4520089"/>
            <a:ext cx="62060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In-depth analysis of your preferred genres and sub-genres.</a:t>
            </a:r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1187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545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0350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application's architecture is designed for efficiency, security, and local AI processing, ensuring a smooth and private user experience.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18446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→ Next.js Frontend → Spotify OAuth2 Auth → Spotify Web API → AI Engine (Ollama Llama3) → Processed Insights → User Dashboard</a:t>
            </a:r>
            <a:endParaRPr lang="en-US" sz="1750" dirty="0"/>
          </a:p>
        </p:txBody>
      </p:sp>
      <p:sp>
        <p:nvSpPr>
          <p:cNvPr id="6" name="Rectangle 5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00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24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Built with modern, robust technologies to deliver a fast, responsive, and secure application.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90461"/>
            <a:ext cx="13042821" cy="2629138"/>
          </a:xfrm>
          <a:prstGeom prst="roundRect">
            <a:avLst>
              <a:gd name="adj" fmla="val 362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698081"/>
            <a:ext cx="4342448" cy="1306949"/>
          </a:xfrm>
          <a:prstGeom prst="roundRect">
            <a:avLst>
              <a:gd name="adj" fmla="val 7289"/>
            </a:avLst>
          </a:prstGeom>
          <a:solidFill>
            <a:srgbClr val="1DB954"/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3924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415314"/>
            <a:ext cx="38888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Next.js, React, Tailwind CSS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43857" y="3698081"/>
            <a:ext cx="4342567" cy="1306949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9" name="Shape 7"/>
          <p:cNvSpPr/>
          <p:nvPr/>
        </p:nvSpPr>
        <p:spPr>
          <a:xfrm>
            <a:off x="5143857" y="3698081"/>
            <a:ext cx="30480" cy="1306949"/>
          </a:xfrm>
          <a:prstGeom prst="roundRect">
            <a:avLst>
              <a:gd name="adj" fmla="val 312558"/>
            </a:avLst>
          </a:prstGeom>
          <a:solidFill>
            <a:srgbClr val="36D26D"/>
          </a:solidFill>
          <a:ln/>
        </p:spPr>
      </p:sp>
      <p:sp>
        <p:nvSpPr>
          <p:cNvPr id="10" name="Text 8"/>
          <p:cNvSpPr/>
          <p:nvPr/>
        </p:nvSpPr>
        <p:spPr>
          <a:xfrm>
            <a:off x="5370671" y="3924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70671" y="4415314"/>
            <a:ext cx="38889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NextAuth.js (Spotify OAuth2)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86424" y="3698081"/>
            <a:ext cx="4342567" cy="1306949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6424" y="3698081"/>
            <a:ext cx="30480" cy="1306949"/>
          </a:xfrm>
          <a:prstGeom prst="roundRect">
            <a:avLst>
              <a:gd name="adj" fmla="val 312558"/>
            </a:avLst>
          </a:prstGeom>
          <a:solidFill>
            <a:srgbClr val="36D26D"/>
          </a:solidFill>
          <a:ln/>
        </p:spPr>
      </p:sp>
      <p:sp>
        <p:nvSpPr>
          <p:cNvPr id="14" name="Text 12"/>
          <p:cNvSpPr/>
          <p:nvPr/>
        </p:nvSpPr>
        <p:spPr>
          <a:xfrm>
            <a:off x="9713238" y="3924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API Integration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713238" y="4415314"/>
            <a:ext cx="38889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Spotify Web API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005030"/>
            <a:ext cx="6513790" cy="1306949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7" name="Shape 15"/>
          <p:cNvSpPr/>
          <p:nvPr/>
        </p:nvSpPr>
        <p:spPr>
          <a:xfrm>
            <a:off x="801410" y="5005030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36D26D"/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 Processing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8224" y="5722263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Ollama Llama3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315200" y="5005030"/>
            <a:ext cx="6513790" cy="1306949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5005030"/>
            <a:ext cx="30480" cy="1306949"/>
          </a:xfrm>
          <a:prstGeom prst="roundRect">
            <a:avLst>
              <a:gd name="adj" fmla="val 312558"/>
            </a:avLst>
          </a:prstGeom>
          <a:solidFill>
            <a:srgbClr val="36D26D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5005030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36D26D"/>
          </a:solidFill>
          <a:ln/>
        </p:spPr>
      </p:sp>
      <p:sp>
        <p:nvSpPr>
          <p:cNvPr id="23" name="Text 21"/>
          <p:cNvSpPr/>
          <p:nvPr/>
        </p:nvSpPr>
        <p:spPr>
          <a:xfrm>
            <a:off x="7542014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Utilities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42014" y="5722263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TypeScript, ESLint, PostCSS</a:t>
            </a:r>
            <a:endParaRPr lang="en-US" sz="1750" dirty="0"/>
          </a:p>
        </p:txBody>
      </p:sp>
      <p:sp>
        <p:nvSpPr>
          <p:cNvPr id="25" name="Rectangle 24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77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Structure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401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well-organized codebase ensures maintainability and scalability, following best practices for modern web development.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623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Pages, Layout, API routes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0451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Dashboard, Profile, AIInsights, SpotifyAuth, UI components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096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Spotify API handling, Ollama integration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2623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Custom hooks (toast)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7045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types/</a:t>
            </a: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TypeScript models (Spotify data)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14671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screenshots/</a:t>
            </a: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UI previews (artists, genres, tracks, AI insights, recents)</a:t>
            </a:r>
            <a:endParaRPr lang="en-US" sz="1750" dirty="0"/>
          </a:p>
        </p:txBody>
      </p:sp>
      <p:sp>
        <p:nvSpPr>
          <p:cNvPr id="10" name="Rectangle 9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759" y="363682"/>
            <a:ext cx="5663208" cy="598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Application Screenshots</a:t>
            </a:r>
            <a:endParaRPr lang="en-US" sz="3750" dirty="0"/>
          </a:p>
        </p:txBody>
      </p:sp>
      <p:pic>
        <p:nvPicPr>
          <p:cNvPr id="8" name="Picture 7" descr="tr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59" y="1326010"/>
            <a:ext cx="4660097" cy="2621304"/>
          </a:xfrm>
          <a:prstGeom prst="rect">
            <a:avLst/>
          </a:prstGeom>
        </p:spPr>
      </p:pic>
      <p:pic>
        <p:nvPicPr>
          <p:cNvPr id="9" name="Picture 8" descr="arti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361" y="1326010"/>
            <a:ext cx="4660095" cy="2621304"/>
          </a:xfrm>
          <a:prstGeom prst="rect">
            <a:avLst/>
          </a:prstGeom>
        </p:spPr>
      </p:pic>
      <p:pic>
        <p:nvPicPr>
          <p:cNvPr id="10" name="Picture 9" descr="gen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928" y="1326010"/>
            <a:ext cx="4660096" cy="2621304"/>
          </a:xfrm>
          <a:prstGeom prst="rect">
            <a:avLst/>
          </a:prstGeom>
        </p:spPr>
      </p:pic>
      <p:pic>
        <p:nvPicPr>
          <p:cNvPr id="11" name="Picture 10" descr="rec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3391" y="4372624"/>
            <a:ext cx="6099236" cy="3430821"/>
          </a:xfrm>
          <a:prstGeom prst="rect">
            <a:avLst/>
          </a:prstGeom>
        </p:spPr>
      </p:pic>
      <p:pic>
        <p:nvPicPr>
          <p:cNvPr id="13" name="Picture 12" descr="ai-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0445" y="4372623"/>
            <a:ext cx="6099237" cy="343082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879531" y="7813964"/>
            <a:ext cx="1750869" cy="4156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54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Design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78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application's design is crafted to be visually appealing, intuitive, and consistent with the Spotify brand identity.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4589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404040"/>
          </a:solidFill>
          <a:ln w="762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5803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DB95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3729157"/>
            <a:ext cx="306110" cy="3826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487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Spotify Aesthetic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97800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Utilizes Spotify's iconic green gradient and a sleek dark mode theme for a familiar and immersive experience.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34589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404040"/>
          </a:solidFill>
          <a:ln w="7620">
            <a:solidFill>
              <a:srgbClr val="1DB95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5803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DB95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62" y="3729157"/>
            <a:ext cx="306110" cy="382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487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Interactive Elements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97800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Subtle hover effects for buttons and cards provide satisfying user feedback and enhance usability.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34589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404040"/>
          </a:solidFill>
          <a:ln w="7620">
            <a:solidFill>
              <a:srgbClr val="1DB95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5803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DB95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734" y="3729157"/>
            <a:ext cx="306110" cy="3826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487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Fluid Transitions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97800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Smooth animations and transitions create a seamless flow between different sections, improving overall user experience.</a:t>
            </a:r>
            <a:endParaRPr lang="en-US" sz="1750" dirty="0"/>
          </a:p>
        </p:txBody>
      </p:sp>
      <p:sp>
        <p:nvSpPr>
          <p:cNvPr id="19" name="Rectangle 18"/>
          <p:cNvSpPr/>
          <p:nvPr/>
        </p:nvSpPr>
        <p:spPr>
          <a:xfrm>
            <a:off x="12879531" y="7658100"/>
            <a:ext cx="1750869" cy="571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559</Words>
  <Application>Microsoft Office PowerPoint</Application>
  <PresentationFormat>Custom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Mona Sans Semi Bold</vt:lpstr>
      <vt:lpstr>Calibri</vt:lpstr>
      <vt:lpstr>Funnel Sans</vt:lpstr>
      <vt:lpstr>Consolas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Arfeen Attar</dc:creator>
  <cp:lastModifiedBy>Zeeshan</cp:lastModifiedBy>
  <cp:revision>4</cp:revision>
  <dcterms:created xsi:type="dcterms:W3CDTF">2025-08-30T16:42:59Z</dcterms:created>
  <dcterms:modified xsi:type="dcterms:W3CDTF">2025-08-30T17:08:11Z</dcterms:modified>
</cp:coreProperties>
</file>